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Montserrat Bold" panose="020B0604020202020204" charset="0"/>
      <p:regular r:id="rId13"/>
    </p:embeddedFont>
    <p:embeddedFont>
      <p:font typeface="Source Sans 3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124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1670745"/>
            <a:ext cx="4635252" cy="87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Site Vitrine — GVAS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68874" y="2778696"/>
            <a:ext cx="4635252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Groupe Vision d'Aigle Services développe sa présence numérique pour renforcer sa visibilité, attirer de nouveaux clients et partenaires, et affirmer son identité sur le marché.</a:t>
            </a:r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76C583-04FE-A139-787B-409AF2C15E33}"/>
              </a:ext>
            </a:extLst>
          </p:cNvPr>
          <p:cNvSpPr/>
          <p:nvPr/>
        </p:nvSpPr>
        <p:spPr>
          <a:xfrm>
            <a:off x="7862455" y="4932218"/>
            <a:ext cx="1281545" cy="69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9874" y="535632"/>
            <a:ext cx="788863" cy="266105"/>
          </a:xfrm>
          <a:prstGeom prst="roundRect">
            <a:avLst>
              <a:gd name="adj" fmla="val 6739"/>
            </a:avLst>
          </a:prstGeom>
          <a:solidFill>
            <a:srgbClr val="E4E4E7"/>
          </a:solidFill>
          <a:ln/>
        </p:spPr>
      </p:sp>
      <p:sp>
        <p:nvSpPr>
          <p:cNvPr id="4" name="Text 1"/>
          <p:cNvSpPr/>
          <p:nvPr/>
        </p:nvSpPr>
        <p:spPr>
          <a:xfrm>
            <a:off x="629543" y="580430"/>
            <a:ext cx="106672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 CONSTAT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39874" y="859631"/>
            <a:ext cx="4635252" cy="8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Une qualité de service qui mérite plus de visibilité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539874" y="1925836"/>
            <a:ext cx="4635252" cy="661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Malgré l'excellence de ses prestations, GVAS ne bénéficie pas encore de la notoriété qu'elle mérite. Le grand public et les partenaires potentiels ignorent souvent l'étendue de ses activités — un frein à sa croissance.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39874" y="2750344"/>
            <a:ext cx="4635252" cy="1857524"/>
          </a:xfrm>
          <a:prstGeom prst="roundRect">
            <a:avLst>
              <a:gd name="adj" fmla="val 1207"/>
            </a:avLst>
          </a:prstGeom>
          <a:solidFill>
            <a:srgbClr val="F2EEEE"/>
          </a:solidFill>
          <a:ln/>
        </p:spPr>
      </p:sp>
      <p:sp>
        <p:nvSpPr>
          <p:cNvPr id="8" name="Shape 5"/>
          <p:cNvSpPr/>
          <p:nvPr/>
        </p:nvSpPr>
        <p:spPr>
          <a:xfrm>
            <a:off x="539874" y="2750344"/>
            <a:ext cx="2317626" cy="103904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689297" y="2899767"/>
            <a:ext cx="1698278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Faible notoriété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9297" y="3198837"/>
            <a:ext cx="2018779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Présence numérique insuffisante face au marché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857500" y="2750344"/>
            <a:ext cx="2317626" cy="103904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2857500" y="2750344"/>
            <a:ext cx="19050" cy="1039044"/>
          </a:xfrm>
          <a:prstGeom prst="roundRect">
            <a:avLst>
              <a:gd name="adj" fmla="val 117676"/>
            </a:avLst>
          </a:prstGeom>
          <a:solidFill>
            <a:srgbClr val="D8D4D4"/>
          </a:solidFill>
          <a:ln/>
        </p:spPr>
      </p:sp>
      <p:sp>
        <p:nvSpPr>
          <p:cNvPr id="13" name="Text 10"/>
          <p:cNvSpPr/>
          <p:nvPr/>
        </p:nvSpPr>
        <p:spPr>
          <a:xfrm>
            <a:off x="3006923" y="2899767"/>
            <a:ext cx="1788542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Manque de visibilité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06923" y="3198837"/>
            <a:ext cx="2018779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Difficulté à atteindre de nouveaux publics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39874" y="3789387"/>
            <a:ext cx="4635252" cy="81848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6" name="Shape 13"/>
          <p:cNvSpPr/>
          <p:nvPr/>
        </p:nvSpPr>
        <p:spPr>
          <a:xfrm>
            <a:off x="539874" y="3789387"/>
            <a:ext cx="4635252" cy="19050"/>
          </a:xfrm>
          <a:prstGeom prst="roundRect">
            <a:avLst>
              <a:gd name="adj" fmla="val 117676"/>
            </a:avLst>
          </a:prstGeom>
          <a:solidFill>
            <a:srgbClr val="D8D4D4"/>
          </a:solidFill>
          <a:ln/>
        </p:spPr>
      </p:sp>
      <p:sp>
        <p:nvSpPr>
          <p:cNvPr id="17" name="Text 14"/>
          <p:cNvSpPr/>
          <p:nvPr/>
        </p:nvSpPr>
        <p:spPr>
          <a:xfrm>
            <a:off x="689297" y="3938811"/>
            <a:ext cx="2178323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Opportunités manquées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9297" y="4237881"/>
            <a:ext cx="4336405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Clients et partenaires non captés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3124" y="465534"/>
            <a:ext cx="635347" cy="200323"/>
          </a:xfrm>
          <a:prstGeom prst="roundRect">
            <a:avLst>
              <a:gd name="adj" fmla="val 6931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7240" y="504974"/>
            <a:ext cx="94431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RÉPONSE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43124" y="700534"/>
            <a:ext cx="6936507" cy="328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Une plateforme numérique au service de GVAS</a:t>
            </a:r>
            <a:endParaRPr lang="en-US" sz="2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124" y="1256928"/>
            <a:ext cx="4618658" cy="28577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48722" y="2306241"/>
            <a:ext cx="2356768" cy="759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Face à ce besoin d'expansion, nous proposons la conception et le développement d'un </a:t>
            </a:r>
            <a:r>
              <a:rPr lang="en-US" sz="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site vitrine complet</a:t>
            </a: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une plateforme professionnelle qui reflète l'identité de GVAS et lui ouvre de nouvelles opportunités.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6507" y="4313262"/>
            <a:ext cx="173534" cy="1735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19064" y="4309765"/>
            <a:ext cx="148463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Présenter l'entreprise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319064" y="4526087"/>
            <a:ext cx="197100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Identité, activités et réalisations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1874" y="4313262"/>
            <a:ext cx="173534" cy="1735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74430" y="4309765"/>
            <a:ext cx="131474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Élargir l'audience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774430" y="4526087"/>
            <a:ext cx="197100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Toucher un public plus large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7240" y="4313262"/>
            <a:ext cx="173534" cy="1735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29796" y="4309765"/>
            <a:ext cx="148843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Convertir les visiteurs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229796" y="4526087"/>
            <a:ext cx="197100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Inscriptions, contacts et ventes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1009278"/>
            <a:ext cx="1260425" cy="277564"/>
          </a:xfrm>
          <a:prstGeom prst="roundRect">
            <a:avLst>
              <a:gd name="adj" fmla="val 6670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632371" y="1055489"/>
            <a:ext cx="1532632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OBJECTIF PRINCIPAL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9874" y="1348532"/>
            <a:ext cx="8387358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Faire connaître GVAS à un public plus large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2018184"/>
            <a:ext cx="1484486" cy="9174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874" y="3128442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Identité &amp; Activités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39874" y="3440088"/>
            <a:ext cx="2559546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Présenter clairement qui est GVAS, ses valeurs et l'ensemble de ses activités au grand public.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2227" y="2018184"/>
            <a:ext cx="1484486" cy="9174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92227" y="3128442"/>
            <a:ext cx="2100337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Services &amp; Réalisations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92227" y="3440088"/>
            <a:ext cx="2559546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Mettre en avant les prestations proposées et les projets réalisés pour inspirer confiance.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580" y="2018184"/>
            <a:ext cx="1484486" cy="9174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4580" y="3128442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Rejoindre GVAS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4580" y="3440088"/>
            <a:ext cx="2559546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Permettre aux personnes intéressées de s'inscrire directement en ligne pour collaborer ou rejoindre l'entreprise.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4333" y="451768"/>
            <a:ext cx="961876" cy="190351"/>
          </a:xfrm>
          <a:prstGeom prst="roundRect">
            <a:avLst>
              <a:gd name="adj" fmla="val 6990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65622" y="489793"/>
            <a:ext cx="127649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FONCTIONNALITÉ CLÉ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094333" y="673968"/>
            <a:ext cx="4684216" cy="3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 espace d'inscription en ligne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333" y="1198066"/>
            <a:ext cx="3703662" cy="27159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3179" y="2341736"/>
            <a:ext cx="29811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 site intégrera un </a:t>
            </a:r>
            <a:r>
              <a:rPr lang="en-US" sz="8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formulaire d'inscription direct</a:t>
            </a: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permettant à toute personne intéressée de rejoindre GVAS en quelques clics — qu'il s'agisse de clients, de collaborateurs ou de partenaires.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4333" y="4093220"/>
            <a:ext cx="3437781" cy="598438"/>
          </a:xfrm>
          <a:prstGeom prst="roundRect">
            <a:avLst>
              <a:gd name="adj" fmla="val 277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19498" y="4218384"/>
            <a:ext cx="125997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Simple &amp; rapide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219498" y="4423618"/>
            <a:ext cx="318745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Processus d'inscription fluide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11737" y="4093220"/>
            <a:ext cx="3437855" cy="598438"/>
          </a:xfrm>
          <a:prstGeom prst="roundRect">
            <a:avLst>
              <a:gd name="adj" fmla="val 277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36902" y="4218384"/>
            <a:ext cx="125997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Accessible 24h/24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36902" y="4423618"/>
            <a:ext cx="3187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Sans contrainte horaire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9874" y="524619"/>
            <a:ext cx="1538585" cy="271909"/>
          </a:xfrm>
          <a:prstGeom prst="roundRect">
            <a:avLst>
              <a:gd name="adj" fmla="val 6702"/>
            </a:avLst>
          </a:prstGeom>
          <a:solidFill>
            <a:srgbClr val="E4E4E7"/>
          </a:solidFill>
          <a:ln/>
        </p:spPr>
      </p:sp>
      <p:sp>
        <p:nvSpPr>
          <p:cNvPr id="4" name="Text 1"/>
          <p:cNvSpPr/>
          <p:nvPr/>
        </p:nvSpPr>
        <p:spPr>
          <a:xfrm>
            <a:off x="630957" y="570161"/>
            <a:ext cx="1813620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CONTENU &amp; INFORMATION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39874" y="856283"/>
            <a:ext cx="5045497" cy="4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 espace éditorial dédié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39874" y="1511871"/>
            <a:ext cx="4635252" cy="677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Au-delà de la vitrine, le site offrira un </a:t>
            </a:r>
            <a:r>
              <a:rPr lang="en-US" sz="11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espace de publication d'articles et d'informations utiles</a:t>
            </a: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un levier pour positionner GVAS comme une référence dans son domaine et nourrir sa relation avec son audience.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39874" y="2357958"/>
            <a:ext cx="2242914" cy="1276573"/>
          </a:xfrm>
          <a:prstGeom prst="roundRect">
            <a:avLst>
              <a:gd name="adj" fmla="val 1784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691679" y="2509763"/>
            <a:ext cx="1725662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📰</a:t>
            </a: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Articles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1679" y="2815084"/>
            <a:ext cx="1939305" cy="451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Publications régulières sur les activités et actualités de GVAS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932212" y="2357958"/>
            <a:ext cx="2242914" cy="1276573"/>
          </a:xfrm>
          <a:prstGeom prst="roundRect">
            <a:avLst>
              <a:gd name="adj" fmla="val 1784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3084016" y="2509763"/>
            <a:ext cx="1939305" cy="431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ℹ️</a:t>
            </a: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Informations utiles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084016" y="3030736"/>
            <a:ext cx="1939305" cy="451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Contenu pédagogique et informatif pour le public cible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39874" y="3783955"/>
            <a:ext cx="4635252" cy="834926"/>
          </a:xfrm>
          <a:prstGeom prst="roundRect">
            <a:avLst>
              <a:gd name="adj" fmla="val 2728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691679" y="3935760"/>
            <a:ext cx="1725662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🔍</a:t>
            </a: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Référencement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91679" y="4241081"/>
            <a:ext cx="4331643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Amélioration naturelle de la visibilité via le contenu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8729" y="433090"/>
            <a:ext cx="961727" cy="195263"/>
          </a:xfrm>
          <a:prstGeom prst="roundRect">
            <a:avLst>
              <a:gd name="adj" fmla="val 6962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431" y="471785"/>
            <a:ext cx="127352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COMMERCIALISATION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18729" y="661615"/>
            <a:ext cx="5664919" cy="321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Une vitrine pour promouvoir et vendre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18729" y="2232347"/>
            <a:ext cx="2375967" cy="16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Produits &amp; Services en avant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18729" y="2476426"/>
            <a:ext cx="341501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 site servira de plateforme de </a:t>
            </a:r>
            <a:r>
              <a:rPr lang="en-US" sz="8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promotion et de vente</a:t>
            </a: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des offres de GVAS, permettant de présenter chaque produit ou service avec des descriptions détaillées, des visuels attractifs et un parcours d'achat simplifié.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18729" y="3140348"/>
            <a:ext cx="3415010" cy="49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Présentation structurée des offres</a:t>
            </a:r>
            <a:endParaRPr lang="en-US" sz="850" dirty="0"/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Mise en valeur des avantages clients</a:t>
            </a:r>
            <a:endParaRPr lang="en-US" sz="850" dirty="0"/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Appels à l'action clairs et engageants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201787"/>
            <a:ext cx="3415010" cy="34150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972517"/>
            <a:ext cx="772939" cy="277564"/>
          </a:xfrm>
          <a:prstGeom prst="roundRect">
            <a:avLst>
              <a:gd name="adj" fmla="val 6670"/>
            </a:avLst>
          </a:prstGeom>
          <a:solidFill>
            <a:srgbClr val="E4E4E7"/>
          </a:solidFill>
          <a:ln/>
        </p:spPr>
      </p:sp>
      <p:sp>
        <p:nvSpPr>
          <p:cNvPr id="3" name="Text 1"/>
          <p:cNvSpPr/>
          <p:nvPr/>
        </p:nvSpPr>
        <p:spPr>
          <a:xfrm>
            <a:off x="632371" y="1018729"/>
            <a:ext cx="1045146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AMBITIONS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9874" y="1311771"/>
            <a:ext cx="6454006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Ce que GVAS souhaite accomplir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39874" y="2058516"/>
            <a:ext cx="2559546" cy="509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43124" y="2760315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Axes stratégiques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9874" y="3071961"/>
            <a:ext cx="2559546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Visibilité, acquisition et image de marque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2227" y="2058516"/>
            <a:ext cx="2559546" cy="509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∞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95477" y="2760315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Public atteint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92227" y="3071961"/>
            <a:ext cx="2559546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 rayonnement sans frontières géographiques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44580" y="2058516"/>
            <a:ext cx="2559546" cy="509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24/7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47830" y="2760315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Présence continue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44580" y="3071961"/>
            <a:ext cx="2559546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 site travaille pour GVAS en permanence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874" y="3708202"/>
            <a:ext cx="8064252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À travers ce projet, GVAS ambitionne de </a:t>
            </a: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développer sa visibilité</a:t>
            </a: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d'</a:t>
            </a: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attirer de nouveaux clients et collaborateurs</a:t>
            </a: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et de </a:t>
            </a: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renforcer sa présence sur le marché</a:t>
            </a: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grâce aux outils numériques.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874" y="965225"/>
            <a:ext cx="771748" cy="287089"/>
          </a:xfrm>
          <a:prstGeom prst="roundRect">
            <a:avLst>
              <a:gd name="adj" fmla="val 6448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7133" y="1016198"/>
            <a:ext cx="103443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BÉNÉFICES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9874" y="1314004"/>
            <a:ext cx="5123631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Les retombées attendues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1983656"/>
            <a:ext cx="308521" cy="3085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1202" y="2036638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Notoriété accrue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41202" y="2348285"/>
            <a:ext cx="3434358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Une présence en ligne professionnelle qui touche un public élargi au-delà des canaux traditionnels.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8366" y="1983656"/>
            <a:ext cx="308521" cy="3085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69694" y="2036638"/>
            <a:ext cx="2018333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Nouveaux partenaires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169694" y="2348285"/>
            <a:ext cx="3434432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Une plateforme crédible qui inspire confiance et facilite les prises de contact avec des partenaires stratégiques.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874" y="3350865"/>
            <a:ext cx="308521" cy="3085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1202" y="3403848"/>
            <a:ext cx="2244030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Croissance commerciale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41202" y="3715494"/>
            <a:ext cx="3434358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 canal de vente et d'acquisition de clients actif en continu, sans contrainte de temps ni de lieu.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8366" y="3350865"/>
            <a:ext cx="308521" cy="30852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69694" y="3403848"/>
            <a:ext cx="17530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Image renforcée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169694" y="3715494"/>
            <a:ext cx="3434432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Une identité numérique cohérente qui reflète la qualité et le professionnalisme de GVAS.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869677"/>
            <a:ext cx="5054873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GVAS — Prête à s'envoler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39874" y="1539329"/>
            <a:ext cx="4635252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 projet de site vitrine représente bien plus qu'une simple présence en ligne : c'est le </a:t>
            </a:r>
            <a:r>
              <a:rPr lang="en-US" sz="12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point de départ d'une nouvelle ère</a:t>
            </a: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pour GVAS, où la qualité de ses services rencontre enfin la visibilité qu'elle mérite.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39874" y="2406923"/>
            <a:ext cx="2240459" cy="856283"/>
          </a:xfrm>
          <a:prstGeom prst="roundRect">
            <a:avLst>
              <a:gd name="adj" fmla="val 2702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694134" y="2561183"/>
            <a:ext cx="1753046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🌐</a:t>
            </a: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Visibilité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4134" y="2877592"/>
            <a:ext cx="1931938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Être trouvé, connu et reconnu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34593" y="2406923"/>
            <a:ext cx="2240533" cy="856283"/>
          </a:xfrm>
          <a:prstGeom prst="roundRect">
            <a:avLst>
              <a:gd name="adj" fmla="val 2702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3088853" y="2561183"/>
            <a:ext cx="1753046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🤝</a:t>
            </a: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Connexion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88853" y="2877592"/>
            <a:ext cx="193201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Attirer clients et partenaires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9874" y="3417466"/>
            <a:ext cx="4635252" cy="856283"/>
          </a:xfrm>
          <a:prstGeom prst="roundRect">
            <a:avLst>
              <a:gd name="adj" fmla="val 2702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94134" y="3571726"/>
            <a:ext cx="1753046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🚀</a:t>
            </a:r>
            <a:r>
              <a:rPr lang="en-US" sz="13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Croissance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94134" y="3888135"/>
            <a:ext cx="4326731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Développer l'activité durablement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638</Words>
  <Application>Microsoft Office PowerPoint</Application>
  <PresentationFormat>On-screen Show (16:9)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Montserrat Bold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Bdlm</dc:creator>
  <cp:lastModifiedBy>Caleb Starck</cp:lastModifiedBy>
  <cp:revision>2</cp:revision>
  <dcterms:created xsi:type="dcterms:W3CDTF">2026-06-19T22:45:22Z</dcterms:created>
  <dcterms:modified xsi:type="dcterms:W3CDTF">2026-06-19T22:48:36Z</dcterms:modified>
</cp:coreProperties>
</file>